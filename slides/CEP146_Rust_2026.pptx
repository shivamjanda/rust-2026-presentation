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58368" y="822960"/>
            <a:ext cx="91440" cy="3657600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005840" y="1005840"/>
            <a:ext cx="8869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FROM EXPERIMENT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TO STANDARD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005840" y="303580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08443"/>
                </a:solidFill>
                <a:latin typeface="Arial"/>
                <a:ea typeface="Arial"/>
                <a:cs typeface="Arial"/>
                <a:sym typeface="Arial"/>
              </a:rPr>
              <a:t>RUST IN 2026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24128" y="4261104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CEP146 — Software Development Current Event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024128" y="5148072"/>
            <a:ext cx="10058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Aayan Bhandari  •  Ali Fallahtafti  •  Shivam Janda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875520" y="64465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01  /  RUST IN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411480" y="393192"/>
            <a:ext cx="73152" cy="429768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612648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CEP146  /  SOFTWARE DEVELOPMENT CURRENT EVENT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21792" y="97840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What is Rust?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875520" y="64465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02  /  RUST IN 2026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758952" y="2176272"/>
            <a:ext cx="100584" cy="100584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042415" y="2066543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A programming language used to build fast, reliable software</a:t>
            </a:r>
            <a:endParaRPr/>
          </a:p>
        </p:txBody>
      </p:sp>
      <p:sp>
        <p:nvSpPr>
          <p:cNvPr id="102" name="Google Shape;102;p14"/>
          <p:cNvSpPr/>
          <p:nvPr/>
        </p:nvSpPr>
        <p:spPr>
          <a:xfrm>
            <a:off x="758952" y="3236976"/>
            <a:ext cx="100584" cy="100584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042415" y="3127248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Rust 1.0 came out in 2015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758952" y="4315968"/>
            <a:ext cx="100584" cy="100584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042415" y="420624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It focuses on memory safety without a garbage collector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04672" y="5760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08443"/>
                </a:solidFill>
                <a:latin typeface="Arial"/>
                <a:ea typeface="Arial"/>
                <a:cs typeface="Arial"/>
                <a:sym typeface="Arial"/>
              </a:rPr>
              <a:t>Rust is often used for systems software, tools and services.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11480" y="393192"/>
            <a:ext cx="73152" cy="429768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12648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CEP146  /  SOFTWARE DEVELOPMENT CURRENT EVENT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21792" y="97840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Rust and the Linux kernel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875520" y="64465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03  /  RUST IN 2026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51560" y="2039112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08443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2880360" y="2011680"/>
            <a:ext cx="822960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Rust support entered the Linux kernel.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1060704" y="2926080"/>
            <a:ext cx="10058400" cy="22860"/>
          </a:xfrm>
          <a:prstGeom prst="rect">
            <a:avLst/>
          </a:prstGeom>
          <a:solidFill>
            <a:srgbClr val="BDC8D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1051560" y="3328416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08443"/>
                </a:solidFill>
                <a:latin typeface="Arial"/>
                <a:ea typeface="Arial"/>
                <a:cs typeface="Arial"/>
                <a:sym typeface="Arial"/>
              </a:rPr>
              <a:t>Dec 2025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2880360" y="3310128"/>
            <a:ext cx="8138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Linux maintainers said Rust was no longer experimental.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1060704" y="4343400"/>
            <a:ext cx="10058400" cy="22860"/>
          </a:xfrm>
          <a:prstGeom prst="rect">
            <a:avLst/>
          </a:prstGeom>
          <a:solidFill>
            <a:srgbClr val="BDC8D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1051560" y="47548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08443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2880360" y="4736592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More Rust work continues alongside 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411480" y="393192"/>
            <a:ext cx="73152" cy="429768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12648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CEP146  /  SOFTWARE DEVELOPMENT CURRENT EVENT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621792" y="97840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Why does memory safety matter?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875520" y="64465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04  /  RUST IN 2026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58952" y="2157984"/>
            <a:ext cx="100584" cy="100584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042415" y="2048256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Memory mistakes can cause crashes and security problems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758952" y="3264408"/>
            <a:ext cx="100584" cy="100584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1042415" y="315468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Rust checks ownership and borrowing while code is compiled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758952" y="4407408"/>
            <a:ext cx="100584" cy="100584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042415" y="429768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This helps catch some bugs before the program runs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411480" y="393192"/>
            <a:ext cx="73152" cy="429768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12648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CEP146  /  SOFTWARE DEVELOPMENT CURRENT EVENT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21792" y="97840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Where is Rust being used?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875520" y="64465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05  /  RUST IN 2026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49808" y="1938528"/>
            <a:ext cx="2514600" cy="731520"/>
          </a:xfrm>
          <a:prstGeom prst="rect">
            <a:avLst/>
          </a:prstGeom>
          <a:solidFill>
            <a:srgbClr val="1D2B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950976" y="2093976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08443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3547872" y="205740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Developers can write some kernel components in Rust.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49808" y="2962656"/>
            <a:ext cx="2514600" cy="731520"/>
          </a:xfrm>
          <a:prstGeom prst="rect">
            <a:avLst/>
          </a:prstGeom>
          <a:solidFill>
            <a:srgbClr val="1D2B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950976" y="3118104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08443"/>
                </a:solidFill>
                <a:latin typeface="Arial"/>
                <a:ea typeface="Arial"/>
                <a:cs typeface="Arial"/>
                <a:sym typeface="Arial"/>
              </a:rPr>
              <a:t>Google / Android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3547872" y="3081528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Rust is used in security-sensitive Android code.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749808" y="3986784"/>
            <a:ext cx="2514600" cy="731520"/>
          </a:xfrm>
          <a:prstGeom prst="rect">
            <a:avLst/>
          </a:prstGeom>
          <a:solidFill>
            <a:srgbClr val="1D2B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950976" y="4142232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08443"/>
                </a:solidFill>
                <a:latin typeface="Arial"/>
                <a:ea typeface="Arial"/>
                <a:cs typeface="Arial"/>
                <a:sym typeface="Arial"/>
              </a:rPr>
              <a:t>Microsoft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3547872" y="4105656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Rust is being explored and used in some systems work.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749808" y="5010912"/>
            <a:ext cx="2514600" cy="731520"/>
          </a:xfrm>
          <a:prstGeom prst="rect">
            <a:avLst/>
          </a:prstGeom>
          <a:solidFill>
            <a:srgbClr val="1D2B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950976" y="5166360"/>
            <a:ext cx="2194560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08443"/>
                </a:solidFill>
                <a:latin typeface="Arial"/>
                <a:ea typeface="Arial"/>
                <a:cs typeface="Arial"/>
                <a:sym typeface="Arial"/>
              </a:rPr>
              <a:t>AWS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3547872" y="5129784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Rust powers projects such as Firecracker.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B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411480" y="393192"/>
            <a:ext cx="73152" cy="429768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612648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CEP146  /  SOFTWARE DEVELOPMENT CURRENT EVENT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21792" y="978408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Challenges and final thoughts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875520" y="644652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DC8D6"/>
                </a:solidFill>
                <a:latin typeface="Arial"/>
                <a:ea typeface="Arial"/>
                <a:cs typeface="Arial"/>
                <a:sym typeface="Arial"/>
              </a:rPr>
              <a:t>06  /  RUST IN 2026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758952" y="2103120"/>
            <a:ext cx="100584" cy="100584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042415" y="1993392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Rust can be difficult to learn, especially ownership rules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758952" y="3072384"/>
            <a:ext cx="100584" cy="100584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1042415" y="2962656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Compiler checks can make development feel slower at first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58952" y="4050791"/>
            <a:ext cx="100584" cy="100584"/>
          </a:xfrm>
          <a:prstGeom prst="rect">
            <a:avLst/>
          </a:prstGeom>
          <a:solidFill>
            <a:srgbClr val="F084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1042415" y="3941063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It will not replace every C or C++ program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749808" y="5074920"/>
            <a:ext cx="10698480" cy="868680"/>
          </a:xfrm>
          <a:prstGeom prst="rect">
            <a:avLst/>
          </a:prstGeom>
          <a:solidFill>
            <a:srgbClr val="1D2B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1005840" y="5330952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6F7FA"/>
                </a:solidFill>
                <a:latin typeface="Arial"/>
                <a:ea typeface="Arial"/>
                <a:cs typeface="Arial"/>
                <a:sym typeface="Arial"/>
              </a:rPr>
              <a:t>Rust is becoming a serious option for safer systems software.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